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f570ce078c4f86" /><Relationship Type="http://schemas.openxmlformats.org/officeDocument/2006/relationships/extended-properties" Target="/docProps/app.xml" Id="Rfab93a3cc9554258" /><Relationship Type="http://schemas.openxmlformats.org/officeDocument/2006/relationships/officeDocument" Target="/ppt/presentation.xml" Id="Rb40ece7c6bef41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6535b0f1884c5c"/>
  </p:sldMasterIdLst>
  <p:notesMasterIdLst>
    <p:notesMasterId xmlns:r="http://schemas.openxmlformats.org/officeDocument/2006/relationships" r:id="R3ed0dd681a034f6e"/>
  </p:notesMasterIdLst>
  <p:sldIdLst>
    <p:sldId xmlns:r="http://schemas.openxmlformats.org/officeDocument/2006/relationships" id="256" r:id="R03c0f1f38be645e7"/>
    <p:sldId xmlns:r="http://schemas.openxmlformats.org/officeDocument/2006/relationships" id="257" r:id="R5fd341fb9c2a4d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423d8b6e6741e9" /><Relationship Type="http://schemas.openxmlformats.org/officeDocument/2006/relationships/slideMaster" Target="/ppt/slideMasters/slideMaster1.xml" Id="R406535b0f1884c5c" /><Relationship Type="http://schemas.openxmlformats.org/officeDocument/2006/relationships/notesMaster" Target="/ppt/notesMasters/notesMaster1.xml" Id="R3ed0dd681a034f6e" /><Relationship Type="http://schemas.openxmlformats.org/officeDocument/2006/relationships/presProps" Target="/ppt/presProps.xml" Id="Redc7470f4a7b428e" /><Relationship Type="http://schemas.openxmlformats.org/officeDocument/2006/relationships/tableStyles" Target="/ppt/tableStyles.xml" Id="Rd8f51c880b1d4dec" /><Relationship Type="http://schemas.openxmlformats.org/officeDocument/2006/relationships/slide" Target="/ppt/slides/slide1.xml" Id="R03c0f1f38be645e7" /><Relationship Type="http://schemas.openxmlformats.org/officeDocument/2006/relationships/slide" Target="/ppt/slides/slide2.xml" Id="R5fd341fb9c2a4d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1982335f2f45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76a71d88694302" /><Relationship Type="http://schemas.openxmlformats.org/officeDocument/2006/relationships/notesMaster" Target="/ppt/notesMasters/notesMaster1.xml" Id="R904c05b198ee44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e9eec731f94d52" /><Relationship Type="http://schemas.openxmlformats.org/officeDocument/2006/relationships/notesMaster" Target="/ppt/notesMasters/notesMaster1.xml" Id="R58f0d48dbddd4b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24a4183cdb45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793056d5fd47f5" /><Relationship Type="http://schemas.openxmlformats.org/officeDocument/2006/relationships/slideLayout" Target="/ppt/slideLayouts/slideLayout1.xml" Id="R789bc90b53cb43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9bc90b53cb43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a67879f434b21" /><Relationship Type="http://schemas.openxmlformats.org/officeDocument/2006/relationships/notesSlide" Target="/ppt/notesSlides/notesSlide1.xml" Id="Re63e87ef545a46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6ab627c424825" /><Relationship Type="http://schemas.openxmlformats.org/officeDocument/2006/relationships/notesSlide" Target="/ppt/notesSlides/notesSlide2.xml" Id="R5be00c4c31484a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9A9C6-9DD8-49BD-85D3-76CC55B7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1-title">
            <a:extLst xmlns:a="http://schemas.openxmlformats.org/drawingml/2006/main">
              <a:ext uri="{FF2B5EF4-FFF2-40B4-BE49-F238E27FC236}">
                <a16:creationId xmlns:a16="http://schemas.microsoft.com/office/drawing/2014/main" id="{8B6BC0A9-38F2-4E03-ACF4-349A3E94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Cellular Respiration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B6E5B-E4B7-4399-9821-2A34976F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990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1-body">
            <a:extLst xmlns:a="http://schemas.openxmlformats.org/drawingml/2006/main">
              <a:ext uri="{FF2B5EF4-FFF2-40B4-BE49-F238E27FC236}">
                <a16:creationId xmlns:a16="http://schemas.microsoft.com/office/drawing/2014/main" id="{BA478DD6-7B7E-459C-9F27-A9CA73A7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43434"/>
                </a:solidFill>
              </a:defRPr>
            </a:pPr>
            <a:r>
              <a:rPr sz="2100">
                <a:solidFill>
                  <a:srgbClr val="343434"/>
                </a:solidFill>
              </a:rPr>
              <a:t>Electron carriers supply energy for proton pumping. The gradient stores potential energy.</a:t>
            </a:r>
          </a:p>
        </p:txBody>
      </p:sp>
    </p:spTree>
    <p:extLst>
      <p:ext uri="{BB962C8B-B14F-4D97-AF65-F5344CB8AC3E}">
        <p14:creationId xmlns:p14="http://schemas.microsoft.com/office/powerpoint/2010/main" val="18020636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FD6FA-4B16-45E6-89E7-B9DEDD7B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01A6EA33-42C8-4FAE-BB3F-7DFCC7C9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ATP Synthase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4A3B1-8892-47CC-9AFC-D0334823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990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2-body">
            <a:extLst xmlns:a="http://schemas.openxmlformats.org/drawingml/2006/main">
              <a:ext uri="{FF2B5EF4-FFF2-40B4-BE49-F238E27FC236}">
                <a16:creationId xmlns:a16="http://schemas.microsoft.com/office/drawing/2014/main" id="{B316DDD1-EBFE-4E54-8999-11CDDA09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43434"/>
                </a:solidFill>
              </a:defRPr>
            </a:pPr>
            <a:r>
              <a:rPr sz="2100">
                <a:solidFill>
                  <a:srgbClr val="343434"/>
                </a:solidFill>
              </a:rPr>
              <a:t>Proton flow through ATP synthase drives phosphorylation of ADP to ATP.</a:t>
            </a:r>
          </a:p>
        </p:txBody>
      </p:sp>
    </p:spTree>
    <p:extLst>
      <p:ext uri="{BB962C8B-B14F-4D97-AF65-F5344CB8AC3E}">
        <p14:creationId xmlns:p14="http://schemas.microsoft.com/office/powerpoint/2010/main" val="13377252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2026-08-24T16:31:33.2250000Z</dcterms:created>
  <dcterms:modified xsi:type="dcterms:W3CDTF">2026-08-24T16:31:33.2250000Z</dcterms:modified>
</coreProperties>
</file>